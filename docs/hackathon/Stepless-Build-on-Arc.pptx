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Stepless: infraestrutura de acessibilidade descentralizada na Arc. Submissao nas duas trilhas.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dado nao falta por dificuldade tecnica. Falta porque nunca foi remunerado.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passo 4 e o que diferencia de todo projeto de dados que morre quando o tesouro acaba.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Slide-chave. No video, isso e mostrado ao vivo, sem corte.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e "usamos a Arc". E "isso nao existe sem a Arc".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Memo entra entre o relayer e o oracle, nao dentro do contrato. Ver api/_memo.js.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402 real no video, com curl.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produto atende os dois briefs sem forcar.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aqui compra credibilidade para o resto do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concreto ao acelerador: acesso a demanda, nao mentoria tecnica.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Repetir a frase de abertura fecha o circulo.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3108960" cy="31089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STEPLESS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shouldn’t depend on goodwill.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pay the people who build it.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120640" cy="47548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43484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accessibility infrastructure on Arc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Arc Hackathon  ·  DeFi + Agentic Economy  ·  stepless.vercel.app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"Does that café have a ramp?"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question has no reliable answer anywhere in the world.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25400" dir="5400000">
              <a:srgbClr val="B0B0C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1.3B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live with a significant disability — 16% of humanity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25400" dir="5400000">
              <a:srgbClr val="B0B0C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775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17720" y="35661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points of interest worldwide carry usable accessibility data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25400" dir="5400000">
              <a:srgbClr val="B0B0C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514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321040" y="356616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paid to collect it today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937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isn’t missing because mapping is hard. It’s missing because mapping has always been unpaid labour — done out of goodwill, by people who already have less time and less money than average.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accessibility mapping into paid work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673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23360" y="167335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ramp, elevator or accessible restroom. Server-side EXIF GPS is the proof you were there.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816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0" y="281635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verifier confirms the submission on-chain. No trust in the submitter required.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959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paid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23360" y="395935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lands in the contributor’s wallet. Sub-second settlement on Arc.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51023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Resell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510235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becomes an oracle. Consumers pay per query in USDC via x402.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6126480"/>
            <a:ext cx="10881360" cy="502920"/>
          </a:xfrm>
          <a:prstGeom prst="roundRect">
            <a:avLst>
              <a:gd name="adj" fmla="val 21818"/>
            </a:avLst>
          </a:prstGeom>
          <a:solidFill>
            <a:srgbClr val="1A103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1–3 take under 30 seconds. Step 4 is why steps 1–3 keep happening after the grant money runs out.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 to payment, in under 30 seconds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29968" cy="2606040"/>
          </a:xfrm>
          <a:prstGeom prst="roundRect">
            <a:avLst>
              <a:gd name="adj" fmla="val 5405"/>
            </a:avLst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submitted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3429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 GPS extracted server-side from the image bytes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2103120"/>
            <a:ext cx="2029968" cy="2606040"/>
          </a:xfrm>
          <a:prstGeom prst="roundRect">
            <a:avLst>
              <a:gd name="adj" fmla="val 5405"/>
            </a:avLst>
          </a:prstGeom>
          <a:solidFill>
            <a:srgbClr val="2D1B69"/>
          </a:solidFill>
          <a:ln/>
        </p:spPr>
      </p:sp>
      <p:sp>
        <p:nvSpPr>
          <p:cNvPr id="9" name="Text 7"/>
          <p:cNvSpPr/>
          <p:nvPr/>
        </p:nvSpPr>
        <p:spPr>
          <a:xfrm>
            <a:off x="3054096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054096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on Arc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54096" y="3429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pays gas in USDC — contributor holds no token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65776" y="2103120"/>
            <a:ext cx="2029968" cy="2606040"/>
          </a:xfrm>
          <a:prstGeom prst="roundRect">
            <a:avLst>
              <a:gd name="adj" fmla="val 5405"/>
            </a:avLst>
          </a:prstGeom>
          <a:solidFill>
            <a:srgbClr val="2D1B69"/>
          </a:solidFill>
          <a:ln/>
        </p:spPr>
      </p:sp>
      <p:sp>
        <p:nvSpPr>
          <p:cNvPr id="13" name="Text 11"/>
          <p:cNvSpPr/>
          <p:nvPr/>
        </p:nvSpPr>
        <p:spPr>
          <a:xfrm>
            <a:off x="5266944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66944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attached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66944" y="3429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written natively via Arc’s Memo predeploy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78624" y="2103120"/>
            <a:ext cx="2029968" cy="2606040"/>
          </a:xfrm>
          <a:prstGeom prst="roundRect">
            <a:avLst>
              <a:gd name="adj" fmla="val 5405"/>
            </a:avLst>
          </a:prstGeom>
          <a:solidFill>
            <a:srgbClr val="2D1B69"/>
          </a:solidFill>
          <a:ln/>
        </p:spPr>
      </p:sp>
      <p:sp>
        <p:nvSpPr>
          <p:cNvPr id="17" name="Text 15"/>
          <p:cNvSpPr/>
          <p:nvPr/>
        </p:nvSpPr>
        <p:spPr>
          <a:xfrm>
            <a:off x="7479792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79792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79792" y="3429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verifier confirms the contribution on-chain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91472" y="2103120"/>
            <a:ext cx="2029968" cy="2606040"/>
          </a:xfrm>
          <a:prstGeom prst="roundRect">
            <a:avLst>
              <a:gd name="adj" fmla="val 5405"/>
            </a:avLst>
          </a:prstGeom>
          <a:solidFill>
            <a:srgbClr val="00D9A3"/>
          </a:solidFill>
          <a:ln/>
        </p:spPr>
      </p:sp>
      <p:sp>
        <p:nvSpPr>
          <p:cNvPr id="21" name="Text 19"/>
          <p:cNvSpPr/>
          <p:nvPr/>
        </p:nvSpPr>
        <p:spPr>
          <a:xfrm>
            <a:off x="969264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~21s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692640" y="27889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received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34290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settles to the contributor’s wallet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other chain this is a promise of payment. Here it is the payment — the contributor is still standing in front of the ramp.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product is not portable to another chain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017520" cy="932688"/>
          </a:xfrm>
          <a:prstGeom prst="roundRect">
            <a:avLst>
              <a:gd name="adj" fmla="val 9804"/>
            </a:avLst>
          </a:prstGeom>
          <a:solidFill>
            <a:srgbClr val="2D1B6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USDC-denominated gas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0.05 USDC reward is only coherent if gas is also USDC. On a chain with a separate gas token, a contributor must first acquire that token — which is the entire onboarding problem, reintroduced.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3017520" cy="932688"/>
          </a:xfrm>
          <a:prstGeom prst="roundRect">
            <a:avLst>
              <a:gd name="adj" fmla="val 9804"/>
            </a:avLst>
          </a:prstGeom>
          <a:solidFill>
            <a:srgbClr val="2D1B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settlement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807208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has to land while the contributor is still at the location. A payment that arrives tomorrow is a different product with different psychology.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3017520" cy="932688"/>
          </a:xfrm>
          <a:prstGeom prst="roundRect">
            <a:avLst>
              <a:gd name="adj" fmla="val 9804"/>
            </a:avLst>
          </a:prstGeom>
          <a:solidFill>
            <a:srgbClr val="2D1B6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22776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predeploy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22776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metadata (packed lat/lng + photo hash) is attached to the transaction itself with a sequential index — not reconstructed from logs by an off-chain indexer we would have to trust.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038344"/>
            <a:ext cx="3017520" cy="932688"/>
          </a:xfrm>
          <a:prstGeom prst="roundRect">
            <a:avLst>
              <a:gd name="adj" fmla="val 9804"/>
            </a:avLst>
          </a:prstGeom>
          <a:solidFill>
            <a:srgbClr val="2D1B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38344"/>
            <a:ext cx="2651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Circle stack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38344"/>
            <a:ext cx="7589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Metered, per-query USDC settlement is what turns a grant-funded dataset into a business.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19072"/>
            <a:ext cx="365760" cy="365760"/>
          </a:xfrm>
          <a:prstGeom prst="ellipse">
            <a:avLst/>
          </a:prstGeom>
          <a:solidFill>
            <a:srgbClr val="6B688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5727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(browser / Android)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394960" y="15727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GPS. Holds no gas token.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496312"/>
            <a:ext cx="365760" cy="365760"/>
          </a:xfrm>
          <a:prstGeom prst="ellipse">
            <a:avLst/>
          </a:prstGeom>
          <a:solidFill>
            <a:srgbClr val="6B688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35000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/api/upload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394960" y="235000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EXIF from the image BYTES. dataHash = keccak256(bytes). Client declares nothing.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2724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273552"/>
            <a:ext cx="365760" cy="365760"/>
          </a:xfrm>
          <a:prstGeom prst="ellipse">
            <a:avLst/>
          </a:prstGeom>
          <a:solidFill>
            <a:srgbClr val="2775C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1272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/api/relay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94960" y="312724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relayer (EOA). Validates photo GPS against the declared location. Pays gas in USDC.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050792"/>
            <a:ext cx="365760" cy="36576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050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90448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predeploy  0x5294E9…e505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394960" y="390448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calls Memo with the oracle as target; callFrom preserves msg.sender. Native metadata + sequential index.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8172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7F7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4828032"/>
            <a:ext cx="365760" cy="365760"/>
          </a:xfrm>
          <a:prstGeom prst="ellipse">
            <a:avLst/>
          </a:prstGeom>
          <a:solidFill>
            <a:srgbClr val="1A1035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46817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SteplessOracle  →  RewardDistributor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394960" y="468172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registry, on-chain verification, USDC treasury settlement.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45896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E8FAF4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" y="5605272"/>
            <a:ext cx="365760" cy="365760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605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54589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X402API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394960" y="5458968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oracle reads. HTTP 402, settled in USDC.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 for the data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"earn crypto for contributing data" project dies in the same place: the treasury empties. So half of Stepless is demand, not supply.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6766560" cy="896112"/>
          </a:xfrm>
          <a:prstGeom prst="roundRect">
            <a:avLst>
              <a:gd name="adj" fmla="val 12245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25400" dir="5400000">
              <a:srgbClr val="B0B0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2775C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25877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travel apps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554480" y="289864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Wheelchair-accessible route planning needs ground truth that no map provider sells.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6766560" cy="896112"/>
          </a:xfrm>
          <a:prstGeom prst="roundRect">
            <a:avLst>
              <a:gd name="adj" fmla="val 12245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25400" dir="5400000">
              <a:srgbClr val="B0B0C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21608"/>
            <a:ext cx="502920" cy="502920"/>
          </a:xfrm>
          <a:prstGeom prst="ellipse">
            <a:avLst/>
          </a:prstGeom>
          <a:solidFill>
            <a:srgbClr val="2775C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Municipalities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554480" y="39502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accessibility compliance and public works against independent field data.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6766560" cy="896112"/>
          </a:xfrm>
          <a:prstGeom prst="roundRect">
            <a:avLst>
              <a:gd name="adj" fmla="val 12245"/>
            </a:avLst>
          </a:prstGeom>
          <a:solidFill>
            <a:srgbClr val="F7F7FB"/>
          </a:solidFill>
          <a:ln/>
          <a:effectLst>
            <a:outerShdw sx="100000" sy="100000" kx="0" ky="0" algn="bl" rotWithShape="0" blurRad="101600" dist="25400" dir="5400000">
              <a:srgbClr val="B0B0C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773168"/>
            <a:ext cx="502920" cy="502920"/>
          </a:xfrm>
          <a:prstGeom prst="ellipse">
            <a:avLst/>
          </a:prstGeom>
          <a:solidFill>
            <a:srgbClr val="2775C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73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6908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mobility platforms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54480" y="500176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Entrance and step data changes drop-off feasibility and courier routing.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2468880"/>
            <a:ext cx="3749040" cy="3246120"/>
          </a:xfrm>
          <a:prstGeom prst="roundRect">
            <a:avLst>
              <a:gd name="adj" fmla="val 3380"/>
            </a:avLst>
          </a:prstGeom>
          <a:solidFill>
            <a:srgbClr val="1A1035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2697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X402API.sol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046720" y="320040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9C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/oracle/locations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9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402 Payment Required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pay in USDC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200 OK +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C9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Per-query settlement in USDC. Contributor rewards become funded revenue instead of a subsidy with an end date.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product, both tracks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7F7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5257800" cy="685800"/>
          </a:xfrm>
          <a:prstGeom prst="roundRect">
            <a:avLst>
              <a:gd name="adj" fmla="val 18667"/>
            </a:avLst>
          </a:prstGeom>
          <a:solidFill>
            <a:srgbClr val="2775C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177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treasury with on-chain, conditional release — payout is gated by an independent verification, not a signature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settlement: register → verify → distribute, each step on-chain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revenue settled in USDC via x402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treasury management with failure recovery for reverted rewards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257800" cy="4480560"/>
          </a:xfrm>
          <a:prstGeom prst="roundRect">
            <a:avLst>
              <a:gd name="adj" fmla="val 2857"/>
            </a:avLst>
          </a:prstGeom>
          <a:solidFill>
            <a:srgbClr val="F7F7FB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45920"/>
            <a:ext cx="5257800" cy="685800"/>
          </a:xfrm>
          <a:prstGeom prst="roundRect">
            <a:avLst>
              <a:gd name="adj" fmla="val 18667"/>
            </a:avLst>
          </a:prstGeom>
          <a:solidFill>
            <a:srgbClr val="6C5CE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64592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Economy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6177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oracle’s consumers are agents: a routing agent queries, gets a 402, pays USDC, proceeds — no human on either side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relayer is an autonomous spender: it decides, funds gas and settles rewards against on-chain signals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tied to real signals — EXIF GPS, place existence checks, contributor reputation, risk scoring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payment for a data service, priced per call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live right now — and what is not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Testnet · chain 5042002 · verified against ArcScan on 9 Aug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7F7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SteplessOracle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011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7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0x69b3f9ca…a5cc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0" y="20116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last tx 7 Aug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7F7F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700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RewardDistributor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31920" y="2670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7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0xef5d148b…2ea0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23760" y="26700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24.6 USDC treasury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F7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3284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32841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75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0x0D318864…fCc9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23760" y="332841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9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settling in USDC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live: the app, the Android build, the serverless relayer, EXIF anti-fraud, place-existence checks and contributor reputation scoring.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FFF4E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6460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live: mainnet.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521208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5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mainnet launches 16 Sep 2026 and Circle has not published mainnet USDC and Memo addresses yet. The arc-mainnet entry in config/networks.json carries null fields on purpose and the backend refuses to boot against it. On Arc, a call to an address with no code returns success — a guessed address would have the contract mark rewards as paid without moving a cent. We would rather not ship than ship that.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Testnet MVP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live, app shipped, treasury paying, Android build published.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775C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day Circle publishes mainnet addresses. Contract verification and subgraph indexing land with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paying consumer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routing app or municipality on x402. This is the metric that matters — not contributor count.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182880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D1B69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828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06840" y="2514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0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0684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verifier set with staking, dispute resolution, and a contributor DAO over reward parameters.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A1035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663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from the accelerator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on the demand side. The engineering is the part we can do alone; a signed pilot with one mobility platform or one city is what turns this from a hackathon project into a protocol.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035040" cy="6035040"/>
          </a:xfrm>
          <a:prstGeom prst="ellipse">
            <a:avLst/>
          </a:prstGeom>
          <a:solidFill>
            <a:srgbClr val="2D1B6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03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shouldn’t depend on goodwill.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should pay the people who build it.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stepless.vercel.app   ·   github.com/Acarlosr   ·   Arc Testnet 5042002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Stepless — Build on Arc</dc:title>
  <dc:subject>PptxGenJS Presentation</dc:subject>
  <dc:creator>Stepless</dc:creator>
  <cp:lastModifiedBy>Stepless</cp:lastModifiedBy>
  <cp:revision>1</cp:revision>
  <dcterms:created xsi:type="dcterms:W3CDTF">2026-08-09T12:22:44Z</dcterms:created>
  <dcterms:modified xsi:type="dcterms:W3CDTF">2026-08-09T12:22:44Z</dcterms:modified>
</cp:coreProperties>
</file>
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0:00-0:20 — Hi everyone. I'm Antonio. Over the next six minutes I'm going to show you Stepless — decentralized accessibility infrastructure running on Arc Testnet. Not another DEX, not another staking pool — something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0:20-1:00 — Picture using a wheelchair and wanting to try a new cafe. The map won't tell you the one thing that matters: is there a step at the entrance? Accessibility data exists, but it's scattered, outdated, and kept alive by volunteers who eventually stop. The problem was never technology. It's incentive — nobody gets paid to keep the map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1:00-1:35 — The name carries two meanings on purpose. Stepless — no step — a world where a step never keeps you out. And stepless also means no friction: when you contribute, the reward reaches your wallet with no paperwork, no waiting. Both halves matter equally.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1:35-2:30 — Three steps, three smart contracts, all on Arc. Submit: a contributor photographs a ramp or accessible signage. Verify: an authorized community verifier confirms it on-chain. Pay: the moment it's confirmed, USDC lands in the contributor's wallet — under 3 seconds, fraction-of-a-cent fee, transaction visible on ArcScan. Contribute, verify, get paid.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2:30-3:15 — Three sides make this work. Contributors — often people with disabilities themselves — turn their knowledge into income. Verifiers keep the data trustworthy. And data buyers — travel apps, municipalities, mobility platforms — aren't doing charity, they have a real business problem: their accessibility data is bad. Notice the loop: the side that needs the data ends up funding the side that creates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3:15-4:05 — Why build this on Arc specifically? Sub-cent fees make a one-cent reward make sense. USDC-native means the reward never loses value between the work and the payout. Three-second finality means the contributor sees it confirmed instantly. But here's the differentiator: most testnet projects on Arc are another DEX or another staking pool — financial products inside crypto, talking to crypto. Stepless proves Arc can pay for real-world work outside crypto entirely — and the pattern is reusable by any future builder.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4:05-5:10 — This is the honest part. Today, the treasury runs on grants — seed capital, not a business model. The mainnet pilot runs on a capped, known budget, so it can't die by surprise. The next milestone isn't scale, it's ONE real paying customer through the x402 contract, proving the demand is real — and comparable accessibility-data marketplaces already sell this today, so the market isn't invented. In steady state, the reward becomes a share of incoming revenue — so the system can never promise more than it earns. And if B2B revenue is slow, there's a real plan B: licensing, ESG sponsorship, multiple grant sources — not donations, which would undercut the whole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5:10-6:00 — Accessibility shouldn't depend on goodwill — it should pay the people who build it. Everything is open source on GitHub, anyone can contribute, anyone can become a verifier. If this resonated, come talk to me.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68580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icons/wheelchai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864108"/>
            <a:ext cx="1014984" cy="1014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STEPLESS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the people who build accessibility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  ·   stepless.xyz   ·   github.com/Acarlosr/Stepless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2103120" cy="2103120"/>
          </a:xfrm>
          <a:prstGeom prst="ellipse">
            <a:avLst/>
          </a:prstGeom>
          <a:solidFill>
            <a:srgbClr val="E3F5F1"/>
          </a:solidFill>
          <a:ln/>
        </p:spPr>
      </p:sp>
      <p:pic>
        <p:nvPicPr>
          <p:cNvPr id="4" name="Image 0" descr="icons/mapmarker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26" y="2193646"/>
            <a:ext cx="1556309" cy="15563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0" y="17647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4023360" y="161848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 and outdated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23360" y="19842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reliable source for ramps, accessible entrances, or restrooms.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0" y="299923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4023360" y="28529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unpaid volunteers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23360" y="321868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Goodwill doesn't scale — and it burns out.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0" y="423367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023360" y="408736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map stays broken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23360" y="445312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incentive, nobody keeps the data current.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“Stepless”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3F5F1"/>
          </a:solidFill>
          <a:ln/>
        </p:spPr>
      </p:sp>
      <p:sp>
        <p:nvSpPr>
          <p:cNvPr id="4" name="Shape 2"/>
          <p:cNvSpPr/>
          <p:nvPr/>
        </p:nvSpPr>
        <p:spPr>
          <a:xfrm>
            <a:off x="2766060" y="21945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wheelchai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6819" y="232531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4290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step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393192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where a step never blocks the door. A ramp instead of a staircase — the barrier just disappears.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91072" y="17373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AF7F0"/>
          </a:solidFill>
          <a:ln/>
        </p:spPr>
      </p:sp>
      <p:sp>
        <p:nvSpPr>
          <p:cNvPr id="9" name="Shape 6"/>
          <p:cNvSpPr/>
          <p:nvPr/>
        </p:nvSpPr>
        <p:spPr>
          <a:xfrm>
            <a:off x="8417052" y="219456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icons/exchan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811" y="2325319"/>
            <a:ext cx="744322" cy="7443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5392" y="34290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step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611112" y="393192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lands in your wallet in under 3 seconds. No invoice, no 30-day wait — the payment is stepless too.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96596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E3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camera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972" y="24963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39319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uploads a geo-tagged photo. SteplessOracle records it on-chain.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78224" y="3566160"/>
            <a:ext cx="384048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96596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EAF7F0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012" y="249631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0600" y="39319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verifier confirms the submission — transparent and auditable.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27264" y="3566160"/>
            <a:ext cx="384048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96596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E3F5F1"/>
          </a:solidFill>
          <a:ln/>
        </p:spPr>
      </p:sp>
      <p:sp>
        <p:nvSpPr>
          <p:cNvPr id="16" name="Shape 12"/>
          <p:cNvSpPr/>
          <p:nvPr/>
        </p:nvSpPr>
        <p:spPr>
          <a:xfrm>
            <a:off x="944118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cons/coin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052" y="2496312"/>
            <a:ext cx="676656" cy="6766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474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49640" y="39319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RewardDistributor releases USDC to the contributor's wallet — under 3 seconds.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serves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5166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419" y="195955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3520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lived accessibility knowledge map ramps and access points — and get paid for it.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00700" y="18288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459" y="1959559"/>
            <a:ext cx="744322" cy="7443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526280" y="3520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members confirm submissions on-chain, transparently and auditably.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349740" y="182880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icons/cit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499" y="1959559"/>
            <a:ext cx="744322" cy="7443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buyers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275320" y="3520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apps, municipalities, mobility platforms pay per query for structured data via x402.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buyers who need the data end up funding the people who create 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97380" y="1600200"/>
            <a:ext cx="914400" cy="914400"/>
          </a:xfrm>
          <a:prstGeom prst="ellipse">
            <a:avLst/>
          </a:prstGeom>
          <a:solidFill>
            <a:srgbClr val="E3F5F1"/>
          </a:solidFill>
          <a:ln/>
        </p:spPr>
      </p:sp>
      <p:pic>
        <p:nvPicPr>
          <p:cNvPr id="4" name="Image 0" descr="icons/bol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252" y="171907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3-second finality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see their reward confirmed in real time.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46420" y="1600200"/>
            <a:ext cx="914400" cy="914400"/>
          </a:xfrm>
          <a:prstGeom prst="ellipse">
            <a:avLst/>
          </a:prstGeom>
          <a:solidFill>
            <a:srgbClr val="E3F5F1"/>
          </a:solidFill>
          <a:ln/>
        </p:spPr>
      </p:sp>
      <p:pic>
        <p:nvPicPr>
          <p:cNvPr id="8" name="Image 1" descr="icons/dollar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1719072"/>
            <a:ext cx="676656" cy="676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USDC-native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3154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rewards — no volatility eating into a micropayment.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395460" y="1600200"/>
            <a:ext cx="914400" cy="914400"/>
          </a:xfrm>
          <a:prstGeom prst="ellipse">
            <a:avLst/>
          </a:prstGeom>
          <a:solidFill>
            <a:srgbClr val="E3F5F1"/>
          </a:solidFill>
          <a:ln/>
        </p:spPr>
      </p:sp>
      <p:pic>
        <p:nvPicPr>
          <p:cNvPr id="12" name="Image 2" descr="icons/coins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332" y="1719072"/>
            <a:ext cx="676656" cy="6766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Sub-cent fees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321040" y="3154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one-cent reward economically viable at all.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0A2E2C"/>
          </a:solidFill>
          <a:ln/>
        </p:spPr>
      </p:sp>
      <p:sp>
        <p:nvSpPr>
          <p:cNvPr id="16" name="Text 11"/>
          <p:cNvSpPr/>
          <p:nvPr/>
        </p:nvSpPr>
        <p:spPr>
          <a:xfrm>
            <a:off x="1005840" y="43434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on Arc rebuild the same thing: another swap, another staking pool. Stepless proves Arc can pay for real work outside crypto — and the submit → verify → pay pattern is a primitive any builder can fork.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treasury money comes from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12344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3F5F1"/>
          </a:solidFill>
          <a:ln/>
        </p:spPr>
      </p:sp>
      <p:sp>
        <p:nvSpPr>
          <p:cNvPr id="4" name="Text 2"/>
          <p:cNvSpPr/>
          <p:nvPr/>
        </p:nvSpPr>
        <p:spPr>
          <a:xfrm>
            <a:off x="1417320" y="1307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(now)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17320" y="1636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capital: grants + faucet USDC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03904" y="2029968"/>
            <a:ext cx="256032" cy="21945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267712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AF7F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3408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670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budget, known runway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03904" y="3063240"/>
            <a:ext cx="256032" cy="21945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3300984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3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3741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paying data buyer via x402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03904" y="4096512"/>
            <a:ext cx="256032" cy="21945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334256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AF7F0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4407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736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a share of query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2656332"/>
            <a:ext cx="731520" cy="516636"/>
          </a:xfrm>
          <a:prstGeom prst="line">
            <a:avLst/>
          </a:prstGeom>
          <a:noFill/>
          <a:ln w="19050">
            <a:solidFill>
              <a:srgbClr val="E8B25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406640" y="1234440"/>
            <a:ext cx="4023360" cy="3877056"/>
          </a:xfrm>
          <a:prstGeom prst="roundRect">
            <a:avLst>
              <a:gd name="adj" fmla="val 2358"/>
            </a:avLst>
          </a:prstGeom>
          <a:solidFill>
            <a:srgbClr val="FCEEDA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1600200"/>
            <a:ext cx="731520" cy="731520"/>
          </a:xfrm>
          <a:prstGeom prst="ellipse">
            <a:avLst/>
          </a:prstGeom>
          <a:solidFill>
            <a:srgbClr val="F2C078"/>
          </a:solidFill>
          <a:ln/>
        </p:spPr>
      </p:sp>
      <p:pic>
        <p:nvPicPr>
          <p:cNvPr id="21" name="Image 0" descr="icons/lifer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658" y="1695298"/>
            <a:ext cx="541325" cy="5413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680960" y="2606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— the safety net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2400" y="31546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 deals · ESG sponsorships · multi-source grants — if per-query revenue is slow to arrive, the treasury doesn't run dry.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88720" y="61722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amounts are never an open-ended promise — each stage runs on a known, bounded budget.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6596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“Accessibility shouldn’t depend on goodwill.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should pay the people who build it.”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358384" y="39776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icons/githu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51" y="4054907"/>
            <a:ext cx="439826" cy="439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github.com/Acarlosr/Stepless   ·   stepless.xyz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source. Anyone can contribute. Anyone can become a verifier.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2026-07-21T19:54:39Z</dcterms:created>
  <dcterms:modified xsi:type="dcterms:W3CDTF">2026-07-21T19:54:39Z</dcterms:modified>
</cp:coreProperties>
</file>
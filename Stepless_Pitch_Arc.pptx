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"Imaginem sair de casa sem saber se o lugar aonde vão tem uma rampa. Para milhões de pessoas com deficiência, isso é todo dia. O Stepless resolve isso pagando a comunidade, em USDC, para mapear o mundo acessível — e roda na Arc, a blockchain da Circle feita para stablecoins."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Finalidade: dados de acessibilidade são caros, proprietários e concentrados. Nós invertemos: qualquer pessoa mapeia e é recompensada. A recompensa é a ponta visível; por baixo é um bem público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Fluxo: destaque o gasless — login por e-mail, carteira embutida, sem seed phrase, sem crypto. O relayer paga o gás. Quatro passos: registrar, verificar, pagar, dado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Anti-fraude: slide de credibilidade. A foto precisa ter GPS do local, recente. O hash vai on-chain. Um humano aprova antes de pagar, e ninguém verifica a si mesmo. Exemplo: não dá para registrar uma praia de outra cidade com foto da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Pagamento: seja transparente — a tesouraria é pré-financiada em USDC, hoje pelo faucet da Circle e recursos do fundador. Não sai do bolso de novos usuários. A longo prazo, a receita da API x402 sustenta 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Pitch: amarre à missão da Circle. USDC como gás nativo é o que torna $0,10 de recompensa viável. Já está no ar e validado. Onboarda um público excluído na economia do stablecoin por trabalho digno. Enfatize que é um protótipo funcional pronto para escalar.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Melhorias: mostrar maturidade. Assuma as fragilidades (chave única, sem auditoria) e apresente o plano: audit, multisig+timelock, anti-sybil, RPC dedicado, IPFS, mobile iOS, comunidade.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(oratória forte): "Toda grande infraestrutura começou invisível — até alguém decidir medi-la. O Stepless faz isso pela acessibilidade, com stablecoins reais movendo pessoas reais. Cada rampa mapeada é alguém que pôde sair de casa. Construa acessível, construa na Arc, construa com o Stepless. Obrigado."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acessibilidade descentralizada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aberto de locais acessíveis, alimentado pela comunidade e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recompensado em USDC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Arc — a L1 stablecoin-native da Circle.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13293D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
</a:t>
            </a:r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www.stepless.lat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502920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13293D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50292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APK
</a:t>
            </a:r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502920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13293D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50292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Arc
</a:t>
            </a:r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ID 5042002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a comunidade Arc / Circle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é invisível nos mapas. O Stepless paga para torná-la visível.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365760" cy="36576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com deficiência não sabem, antes de sair de casa, se um lugar tem rampa, elevador ou banheiro acessível.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657600"/>
            <a:ext cx="365760" cy="36576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existentes são caros, proprietários e concentrados em grandes cidades ocidentais.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709160"/>
            <a:ext cx="365760" cy="36576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incentivo para as pessoas mapearem a própria cidade.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2606040"/>
            <a:ext cx="365760" cy="36576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25603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registra um local acessível com foto e GPS — e recebe USDC.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657600"/>
            <a:ext cx="365760" cy="36576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611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contribuição vira um registro on-chain (coordenadas, categoria, foto).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4709160"/>
            <a:ext cx="365760" cy="36576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46634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tempo forma-se um mapa aberto que prefeituras, apps de mobilidade e ONGs podem consumir.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 · www.stepless.lat · Arc Testnet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e-mail, sem seed phrase, sem pagar gás — o relayer patrocina tudo.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286000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marca o local no mapa, escolhe a categoria e envia uma foto com GPS. Entra por e-mail (carteira embutida).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90672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286000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verificador aprovado confere a contribuição. Auto-verificação é proibida pelo contrato.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71032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2286000"/>
            <a:ext cx="640080" cy="64008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352044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Aprovada, a recompensa em USDC é paga on-chain direto para a carteira do contribuidor real.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51392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89720" y="20116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4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95560" y="2286000"/>
            <a:ext cx="640080" cy="64008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955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8972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aberto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8320" y="352044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local entra no mapa público, consumível por apps e cidades via API x402.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on-chain de registrar + verificar + pagar: menos de US$ 0,001 — patrocinada pela Circle Gas Station.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 · www.stepless.lat · Arc Testnet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evita fraude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paga USDC de verdade, resistência à fraude é engenharia de primeira classe.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da foto (EXIF)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587752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precisa ter sido tirada no próprio local (até ~500 m) e ser recente (≤ 7 dias). Foto da internet ou de outra cidade é bloqueada.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1305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da foto on-chain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587752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keccak256 da imagem vai para a chain — prova imutável, sem adulteração posterior.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96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humana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553712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recompensa só é paga após aprovação de um verificador. Auto-verificação é proibida pelo contrato.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096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+ cooldown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553712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gás é patrocinado pelo relayer (não pelo usuário), com cooldown e blocklist anti-drenagem nativa da Arc.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 · www.stepless.lat · Arc Testnet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o pagamento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Tesouraria em USDC pré-financiada — não sai do bolso de novos usuários. Nada de ponzinomics.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do dinheiro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384048" cy="38404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(testnet)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Tesouraria abastecida pelo faucet de USDC da Circle + fundos do fundador.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384048" cy="38404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RewardDistributor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 tesouraria e paga cada contribuição verificada.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800600"/>
            <a:ext cx="384048" cy="38404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754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da API x402 (quem consome os dados paga) realimenta a tesouraria a longo prazo.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(USDC)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local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784080" y="263347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26334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$0,10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784080" y="32918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9227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784080" y="395020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39502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45811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784080" y="46085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46085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52395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mensal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784080" y="5266944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4A259"/>
          </a:solidFill>
          <a:ln/>
        </p:spPr>
      </p:sp>
      <p:sp>
        <p:nvSpPr>
          <p:cNvPr id="31" name="Text 29"/>
          <p:cNvSpPr/>
          <p:nvPr/>
        </p:nvSpPr>
        <p:spPr>
          <a:xfrm>
            <a:off x="9784080" y="52669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14476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8F8F2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61447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recompensas saem de uma tesouraria pré-financiada; a longo prazo, ela se sustenta com a receita de quem consome os dados de acessibilidade — apps de mobilidade, cidades e empresas — via pagamentos x402.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aceitar o Stepless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Micropagamentos em stablecoin financiando um bem público real — a missão da Circle, em produção.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3293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67128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da Arc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56032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como gás nativo torna a economia de micro-recompensas ($0,10) viável pela 1ª vez. Impossível no Ethereum/L2.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3293D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167128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103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no 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56032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v3 na Arc Testnet, dApp em produção e o ciclo completo validado: login por e-mail → registro → pagamento em USDC.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329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33088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real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5262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 pessoas com deficiência (muitas sem banco) na economia do stablecoin por trabalho — não por especulação.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3293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33088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público aberto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5262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dados de acessibilidade abertos, consumíveis por cidades e apps via nanopagamentos x402.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em produção na Arc Testnet — um protótipo funcional pronto para escalar rumo à Mainnet.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pode melhorar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honesto de robustez e segurança — os próximos passos do protótipo.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76272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profissional dos contratos + admin em multisig 2-de-3 com timelock (hoje é chave única).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2176272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Anti-sybil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e limites por identidade para escalar recompensas sem abrir brecha de fraude.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1312" y="217627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11312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dedicado (Alchemy/QuickNode) como fallback + subgraph Goldsky para leitura estável do mapa.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em IPFS/Arweave (descentralizado e permanente) no lugar de storage off-chain.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39319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7992" y="418795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7492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07992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 além do Android atual, para mapear em movimento com câmera + GPS.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9319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211312" y="418795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7824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11312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no Brasil (mercado de lançamento) e parcerias com ONGs e prefeituras.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 · www.stepless.lat · Arc Testnet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822960"/>
            <a:ext cx="868680" cy="86868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0" y="822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rampa mapeada é alguém que pôde sair de casa.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63040" y="3474720"/>
            <a:ext cx="9235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Stepless prova que </a:t>
            </a:r>
            <a:pPr algn="ctr"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micropagamentos em USDC na Arc</a:t>
            </a:r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podem financiar um bem público real — e transformar acessibilidade em algo que se mede, se recompensa e se compartilha.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acessível. Construa na Arc. Construa com o Stepless.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5852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www.stepless.lat   ·   Arc Testnet · Chain ID 5042002   ·   #BuildOnArc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2026-07-16T14:51:32Z</dcterms:created>
  <dcterms:modified xsi:type="dcterms:W3CDTF">2026-07-16T14:51:32Z</dcterms:modified>
</cp:coreProperties>
</file>
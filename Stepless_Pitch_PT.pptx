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 Hi everyone. I'm Antonio. Over the next six minutes I'm going to show you Stepless — decentralized accessibility infrastructure running on Arc Testnet. Not another DEX, not another staking pool — something real.
[PT] Fala, pessoal. Eu sou o Antonio. Nos próximos seis minutos vou mostrar o Stepless — infraestrutura descentralizada de acessibilidade rodando na Arc Testnet. Não é mais um DEX, não é mais um pool de staking — é algo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 Picture using a wheelchair and wanting to try a new cafe. The map won't tell you the one thing that matters: is there a step at the entrance? The problem was never technology. It's incentive.
[PT] Imagina usar cadeira de rodas e querer conhecer um café novo. O mapa não te diz a única coisa que importa: tem degrau na entrada? O problema nunca foi tecnológico. Foi de incentivo — ninguém é pago pra manter o mapa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 The name carries two meanings on purpose: no physical step, and no process step — the reward reaches your wallet with no friction.
[PT] O nome carrega dois sentidos de propósito: sem degrau físico, e sem etapa no processo — a recompensa chega na carteira sem fricção.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 Three steps, three smart contracts on Arc: Submit, Verify, Pay. Contribute, verify, get paid — under 3 seconds, fraction-of-a-cent fee.
[PT] Três passos, três contratos inteligentes na Arc: Submeter, Verificar, Pagar. Contribuiu, verificou, recebeu — em menos de 3 segundos, taxa de fração de centavo.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 Three sides make this work. The buyers who need the data end up funding the people who create it.
[PT] Três lados fazem isso girar. Quem precisa do dado acaba financiando quem cria o 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 Sub-cent fees, USDC-native, 3-second finality — and unlike most Arc projects, Stepless proves Arc can pay for real-world work.
[PT] Taxa de fração de centavo, nativa em USDC, finalidade em 3 segundos — e diferente da maioria dos projetos na Arc, o Stepless prova que a Arc paga trabalho do mundo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 Today, the treasury runs on grants — not a business model. The reward is never an open-ended promise; each stage runs on a known, bounded budget.
[PT] Hoje, a tesouraria roda com grant — não é modelo de negócio. A recompensa nunca é promessa aberta; cada estágio roda com orçamento conhecido e travado.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 Accessibility shouldn't depend on goodwill — it should pay the people who build it. Thank you.
[PT] Acessibilidade não deveria depender de boa vontade — deveria pagar quem a constrói.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685800"/>
            <a:ext cx="1371600" cy="13716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" name="Image 0" descr="icons/wheelchai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864108"/>
            <a:ext cx="1014984" cy="10149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146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STEPLESS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0" y="36118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Pagando quem constrói acessibilidade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   ·   stepless.xyz   ·   github.com/Acarlosr/Stepless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2103120" cy="2103120"/>
          </a:xfrm>
          <a:prstGeom prst="ellipse">
            <a:avLst/>
          </a:prstGeom>
          <a:solidFill>
            <a:srgbClr val="E3F5F1"/>
          </a:solidFill>
          <a:ln/>
        </p:spPr>
      </p:sp>
      <p:pic>
        <p:nvPicPr>
          <p:cNvPr id="4" name="Image 0" descr="icons/mapmarker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26" y="2193646"/>
            <a:ext cx="1556309" cy="155630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0" y="176479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4023360" y="161848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está espalhado e desatualizado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023360" y="198424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fonte confiável única pra rampas, entradas acessíveis ou banheiros.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0" y="299923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4023360" y="285292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Mantido por voluntários não pagos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023360" y="321868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vontade não escala — e cansa.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0" y="423367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4023360" y="408736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o mapa continua quebrado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023360" y="445312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incentivo, ninguém mantém o dado atualizado.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“Stepless”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3F5F1"/>
          </a:solidFill>
          <a:ln/>
        </p:spPr>
      </p:sp>
      <p:sp>
        <p:nvSpPr>
          <p:cNvPr id="4" name="Shape 2"/>
          <p:cNvSpPr/>
          <p:nvPr/>
        </p:nvSpPr>
        <p:spPr>
          <a:xfrm>
            <a:off x="2766060" y="219456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wheelchai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6819" y="232531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4290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degrau físico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60120" y="393192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mundo onde o degrau nunca impede a entrada. Rampa no lugar da escada — a barreira some.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91072" y="173736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AF7F0"/>
          </a:solidFill>
          <a:ln/>
        </p:spPr>
      </p:sp>
      <p:sp>
        <p:nvSpPr>
          <p:cNvPr id="9" name="Shape 6"/>
          <p:cNvSpPr/>
          <p:nvPr/>
        </p:nvSpPr>
        <p:spPr>
          <a:xfrm>
            <a:off x="8417052" y="219456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icons/exchang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811" y="2325319"/>
            <a:ext cx="744322" cy="7443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65392" y="34290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etapa no pagamento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611112" y="393192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pagamento cai na carteira em menos de 3 segundos. Sem nota, sem espera de 30 dias — o pagamento também é stepless.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965960"/>
            <a:ext cx="3246120" cy="3566160"/>
          </a:xfrm>
          <a:prstGeom prst="roundRect">
            <a:avLst>
              <a:gd name="adj" fmla="val 2817"/>
            </a:avLst>
          </a:prstGeom>
          <a:solidFill>
            <a:srgbClr val="E3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943100" y="23774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camera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972" y="24963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4747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Submeter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51560" y="3931920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Contribuidor sobe uma foto georreferenciada. O SteplessOracle registra on-chain.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78224" y="3566160"/>
            <a:ext cx="384048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6"/>
          <p:cNvSpPr/>
          <p:nvPr/>
        </p:nvSpPr>
        <p:spPr>
          <a:xfrm>
            <a:off x="4526280" y="1965960"/>
            <a:ext cx="3246120" cy="3566160"/>
          </a:xfrm>
          <a:prstGeom prst="roundRect">
            <a:avLst>
              <a:gd name="adj" fmla="val 2817"/>
            </a:avLst>
          </a:prstGeom>
          <a:solidFill>
            <a:srgbClr val="EAF7F0"/>
          </a:solidFill>
          <a:ln/>
        </p:spPr>
      </p:sp>
      <p:sp>
        <p:nvSpPr>
          <p:cNvPr id="10" name="Shape 7"/>
          <p:cNvSpPr/>
          <p:nvPr/>
        </p:nvSpPr>
        <p:spPr>
          <a:xfrm>
            <a:off x="5692140" y="23774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012" y="2496312"/>
            <a:ext cx="676656" cy="676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4747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Verificar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00600" y="3931920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verificador da comunidade confirma a submissão — transparente e auditável.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827264" y="3566160"/>
            <a:ext cx="384048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1965960"/>
            <a:ext cx="3246120" cy="3566160"/>
          </a:xfrm>
          <a:prstGeom prst="roundRect">
            <a:avLst>
              <a:gd name="adj" fmla="val 2817"/>
            </a:avLst>
          </a:prstGeom>
          <a:solidFill>
            <a:srgbClr val="E3F5F1"/>
          </a:solidFill>
          <a:ln/>
        </p:spPr>
      </p:sp>
      <p:sp>
        <p:nvSpPr>
          <p:cNvPr id="16" name="Shape 12"/>
          <p:cNvSpPr/>
          <p:nvPr/>
        </p:nvSpPr>
        <p:spPr>
          <a:xfrm>
            <a:off x="9441180" y="23774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icons/coin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052" y="2496312"/>
            <a:ext cx="676656" cy="6766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34747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Pagar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49640" y="3931920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RewardDistributor libera USDC na carteira do contribuidor — em menos de 3 segundos.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 quem serve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51660" y="18288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2419" y="195955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017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Contribuidores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35204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com conhecimento real de acessibilidade mapeiam rampas e pontos de acesso — e são pagas por isso.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00700" y="182880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459" y="1959559"/>
            <a:ext cx="744322" cy="7443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0" y="3017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526280" y="35204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Membros da comunidade confirmam submissões on-chain, de forma transparente e auditável.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349740" y="182880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icons/cit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499" y="1959559"/>
            <a:ext cx="744322" cy="7443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38160" y="3017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Compradores de dado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275320" y="35204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de viagem, prefeituras, plataformas de mobilidade pagam por consulta via x402.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precisa do dado acaba financiando quem cria o dado.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Arc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97380" y="1600200"/>
            <a:ext cx="914400" cy="914400"/>
          </a:xfrm>
          <a:prstGeom prst="ellipse">
            <a:avLst/>
          </a:prstGeom>
          <a:solidFill>
            <a:srgbClr val="E3F5F1"/>
          </a:solidFill>
          <a:ln/>
        </p:spPr>
      </p:sp>
      <p:pic>
        <p:nvPicPr>
          <p:cNvPr id="4" name="Image 0" descr="icons/bolt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252" y="171907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97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 em 3 segundos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3154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Contribuidor vê a recompensa confirmada em tempo real.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646420" y="1600200"/>
            <a:ext cx="914400" cy="914400"/>
          </a:xfrm>
          <a:prstGeom prst="ellipse">
            <a:avLst/>
          </a:prstGeom>
          <a:solidFill>
            <a:srgbClr val="E3F5F1"/>
          </a:solidFill>
          <a:ln/>
        </p:spPr>
      </p:sp>
      <p:pic>
        <p:nvPicPr>
          <p:cNvPr id="8" name="Image 1" descr="icons/dollar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92" y="1719072"/>
            <a:ext cx="676656" cy="6766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0" y="2697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Nativa em USDC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3154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 estável — sem volatilidade corroendo um micropagamento.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395460" y="1600200"/>
            <a:ext cx="914400" cy="914400"/>
          </a:xfrm>
          <a:prstGeom prst="ellipse">
            <a:avLst/>
          </a:prstGeom>
          <a:solidFill>
            <a:srgbClr val="E3F5F1"/>
          </a:solidFill>
          <a:ln/>
        </p:spPr>
      </p:sp>
      <p:pic>
        <p:nvPicPr>
          <p:cNvPr id="12" name="Image 2" descr="icons/coins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4332" y="1719072"/>
            <a:ext cx="676656" cy="6766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38160" y="2697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fração de centavo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321040" y="3154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 viável pagar um centavo de recompensa.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16052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0A2E2C"/>
          </a:solidFill>
          <a:ln/>
        </p:spPr>
      </p:sp>
      <p:sp>
        <p:nvSpPr>
          <p:cNvPr id="16" name="Text 11"/>
          <p:cNvSpPr/>
          <p:nvPr/>
        </p:nvSpPr>
        <p:spPr>
          <a:xfrm>
            <a:off x="1005840" y="434340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projetos na Arc reconstrói a mesma coisa: outro swap, outro pool de staking. O Stepless prova que a Arc consegue pagar trabalho real fora do mundo cripto — e o padrão submeter → verificar → pagar é uma primitiva que qualquer builder pode reaproveitar.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o dinheiro da tesouraria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88720" y="12344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3F5F1"/>
          </a:solidFill>
          <a:ln/>
        </p:spPr>
      </p:sp>
      <p:sp>
        <p:nvSpPr>
          <p:cNvPr id="4" name="Text 2"/>
          <p:cNvSpPr/>
          <p:nvPr/>
        </p:nvSpPr>
        <p:spPr>
          <a:xfrm>
            <a:off x="1417320" y="1307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(agora)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17320" y="16367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semente: grant + USDC de faucet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03904" y="2029968"/>
            <a:ext cx="256032" cy="219456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2267712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AF7F0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3408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piloto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6700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travado, teto conhecido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03904" y="3063240"/>
            <a:ext cx="256032" cy="219456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3300984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3F5F1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33741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receita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comprador pagante via x402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03904" y="4096512"/>
            <a:ext cx="256032" cy="219456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334256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AF7F0"/>
          </a:solidFill>
          <a:ln/>
        </p:spPr>
      </p:sp>
      <p:sp>
        <p:nvSpPr>
          <p:cNvPr id="16" name="Text 14"/>
          <p:cNvSpPr/>
          <p:nvPr/>
        </p:nvSpPr>
        <p:spPr>
          <a:xfrm>
            <a:off x="1417320" y="44074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permanente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736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 = fração da receita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2656332"/>
            <a:ext cx="731520" cy="516636"/>
          </a:xfrm>
          <a:prstGeom prst="line">
            <a:avLst/>
          </a:prstGeom>
          <a:noFill/>
          <a:ln w="19050">
            <a:solidFill>
              <a:srgbClr val="E8B25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406640" y="1234440"/>
            <a:ext cx="4023360" cy="3877056"/>
          </a:xfrm>
          <a:prstGeom prst="roundRect">
            <a:avLst>
              <a:gd name="adj" fmla="val 2358"/>
            </a:avLst>
          </a:prstGeom>
          <a:solidFill>
            <a:srgbClr val="FCEEDA"/>
          </a:solidFill>
          <a:ln/>
        </p:spPr>
      </p:sp>
      <p:sp>
        <p:nvSpPr>
          <p:cNvPr id="20" name="Shape 18"/>
          <p:cNvSpPr/>
          <p:nvPr/>
        </p:nvSpPr>
        <p:spPr>
          <a:xfrm>
            <a:off x="9052560" y="1600200"/>
            <a:ext cx="731520" cy="731520"/>
          </a:xfrm>
          <a:prstGeom prst="ellipse">
            <a:avLst/>
          </a:prstGeom>
          <a:solidFill>
            <a:srgbClr val="F2C078"/>
          </a:solidFill>
          <a:ln/>
        </p:spPr>
      </p:sp>
      <p:pic>
        <p:nvPicPr>
          <p:cNvPr id="21" name="Image 0" descr="icons/lifer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7658" y="1695298"/>
            <a:ext cx="541325" cy="54132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680960" y="2606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B — a rede de segurança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772400" y="315468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4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Licenciamento de dado · patrocínio ESG · grants multi-fonte — se a receita por consulta demorar, a tesouraria não seca.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88720" y="61722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recompensa nunca é uma promessa aberta — cada estágio roda com orçamento conhecido e travado.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65960"/>
            <a:ext cx="103601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“Acessibilidade não deveria depender de boa vontade.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Deveria pagar quem a constrói.”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358384" y="397764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icons/github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651" y="4054907"/>
            <a:ext cx="439826" cy="4398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4709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github.com/Acarlosr/Stepless   ·   stepless.xyz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9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aberto. Qualquer um pode contribuir. Qualquer um pode virar verificador.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2026-07-21T19:58:24Z</dcterms:created>
  <dcterms:modified xsi:type="dcterms:W3CDTF">2026-07-21T19:58:25Z</dcterms:modified>
</cp:coreProperties>
</file>